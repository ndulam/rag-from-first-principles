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customXml" Target="../customXml/item1.xml"/><Relationship Id="rId2" Type="http://schemas.openxmlformats.org/officeDocument/2006/relationships/printerSettings" Target="printerSettings/printerSettings1.bin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11" Type="http://schemas.openxmlformats.org/officeDocument/2006/relationships/slide" Target="slides/slide5.xml"/><Relationship Id="rId5" Type="http://schemas.openxmlformats.org/officeDocument/2006/relationships/theme" Target="theme/theme1.xml"/><Relationship Id="rId10" Type="http://schemas.openxmlformats.org/officeDocument/2006/relationships/slide" Target="slides/slide4.xml"/><Relationship Id="rId4" Type="http://schemas.openxmlformats.org/officeDocument/2006/relationships/viewProps" Target="viewProps.xml"/><Relationship Id="rId9" Type="http://schemas.openxmlformats.org/officeDocument/2006/relationships/slide" Target="slides/slide3.xml"/><Relationship Id="rId14" Type="http://schemas.openxmlformats.org/officeDocument/2006/relationships/customXml" Target="../customXml/item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9FAFB"/>
                </a:solidFill>
              </a:defRPr>
            </a:pPr>
            <a:r>
              <a:t>Black Myth: Wukong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48840"/>
            <a:ext cx="9875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>
                <a:solidFill>
                  <a:srgbClr val="E5E7EB"/>
                </a:solidFill>
              </a:defRPr>
            </a:pPr>
            <a:r>
              <a:t>Face Destiny</a:t>
            </a:r>
          </a:p>
          <a:p>
            <a:pPr>
              <a:spcAft>
                <a:spcPts val="1200"/>
              </a:spcAft>
              <a:defRPr sz="2400">
                <a:solidFill>
                  <a:srgbClr val="E5E7EB"/>
                </a:solidFill>
              </a:defRPr>
            </a:pPr>
            <a:r>
              <a:t>An action RPG inspired by Journey to the West.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12648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CA3AF"/>
                </a:solidFill>
              </a:defRPr>
            </a:pPr>
            <a:r>
              <a:t>English localization sample for Practical RAG examples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9FAFB"/>
                </a:solidFill>
              </a:defRPr>
            </a:pPr>
            <a:r>
              <a:t>Prologue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48840"/>
            <a:ext cx="9875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>
                <a:solidFill>
                  <a:srgbClr val="E5E7EB"/>
                </a:solidFill>
              </a:defRPr>
            </a:pPr>
            <a:r>
              <a:t>The player becomes the Destined One, a monkey warrior searching for the truth behind an old legend.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12648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CA3AF"/>
                </a:solidFill>
              </a:defRPr>
            </a:pPr>
            <a:r>
              <a:t>English localization sample for Practical RAG examples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9FAFB"/>
                </a:solidFill>
              </a:defRPr>
            </a:pPr>
            <a:r>
              <a:t>Source of the Myth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48840"/>
            <a:ext cx="9875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>
                <a:solidFill>
                  <a:srgbClr val="E5E7EB"/>
                </a:solidFill>
              </a:defRPr>
            </a:pPr>
            <a:r>
              <a:t>The game adapts characters, places, and spiritual ideas from the 16th-century Chinese novel Journey to the West.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12648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CA3AF"/>
                </a:solidFill>
              </a:defRPr>
            </a:pPr>
            <a:r>
              <a:t>English localization sample for Practical RAG examples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9FAFB"/>
                </a:solidFill>
              </a:defRPr>
            </a:pPr>
            <a:r>
              <a:t>Journey Begins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48840"/>
            <a:ext cx="9875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>
                <a:solidFill>
                  <a:srgbClr val="E5E7EB"/>
                </a:solidFill>
              </a:defRPr>
            </a:pPr>
            <a:r>
              <a:t>Players revisit mythic landscapes, fight demons, collect relics, and reshape the ending of the legend.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12648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CA3AF"/>
                </a:solidFill>
              </a:defRPr>
            </a:pPr>
            <a:r>
              <a:t>English localization sample for Practical RAG examples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9FAFB"/>
                </a:solidFill>
              </a:defRPr>
            </a:pPr>
            <a:r>
              <a:t>The Destined 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48840"/>
            <a:ext cx="9875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>
                <a:solidFill>
                  <a:srgbClr val="E5E7EB"/>
                </a:solidFill>
              </a:defRPr>
            </a:pPr>
            <a:r>
              <a:t>The protagonist uses staff techniques, spells, transformations, and courage to face a world filled with gods and monsters.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12648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CA3AF"/>
                </a:solidFill>
              </a:defRPr>
            </a:pPr>
            <a:r>
              <a:t>English localization sample for Practical RAG examples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28CD1E3B10FD647B2C00F8D5CAE40C5" ma:contentTypeVersion="31" ma:contentTypeDescription="Create a new document." ma:contentTypeScope="" ma:versionID="44f4cb5b8f7c197d958222fdda60fe5b">
  <xsd:schema xmlns:xsd="http://www.w3.org/2001/XMLSchema" xmlns:xs="http://www.w3.org/2001/XMLSchema" xmlns:p="http://schemas.microsoft.com/office/2006/metadata/properties" xmlns:ns2="53292dda-03c3-4977-bff8-bb8e9ba9cad7" xmlns:ns3="c866c9ed-2f7a-4860-bf57-8153ff3a210a" targetNamespace="http://schemas.microsoft.com/office/2006/metadata/properties" ma:root="true" ma:fieldsID="c586b29f675b82886414270cf315a0d1" ns2:_="" ns3:_="">
    <xsd:import namespace="53292dda-03c3-4977-bff8-bb8e9ba9cad7"/>
    <xsd:import namespace="c866c9ed-2f7a-4860-bf57-8153ff3a210a"/>
    <xsd:element name="properties">
      <xsd:complexType>
        <xsd:sequence>
          <xsd:element name="documentManagement">
            <xsd:complexType>
              <xsd:all>
                <xsd:element ref="ns2:PageCount" minOccurs="0"/>
                <xsd:element ref="ns2:AssetStage" minOccurs="0"/>
                <xsd:element ref="ns2:DaysAllocated" minOccurs="0"/>
                <xsd:element ref="ns2:Priority" minOccurs="0"/>
                <xsd:element ref="ns2:Process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Asset_x0020_Number" minOccurs="0"/>
                <xsd:element ref="ns2:Asset_x0020_Type" minOccurs="0"/>
                <xsd:element ref="ns2:Category" minOccurs="0"/>
                <xsd:element ref="ns2:Early_x0020_Access" minOccurs="0"/>
                <xsd:element ref="ns2:Plagiarism_x0020_Originality" minOccurs="0"/>
                <xsd:element ref="ns2:TR_x0020_Score" minOccurs="0"/>
                <xsd:element ref="ns2:Notes0" minOccurs="0"/>
                <xsd:element ref="ns2:Reviewer" minOccurs="0"/>
                <xsd:element ref="ns2:TR_x0020_Name_x0020_1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SafisComment" minOccurs="0"/>
                <xsd:element ref="ns2:MediaLengthInSeconds" minOccurs="0"/>
                <xsd:element ref="ns2:MediaServiceBillingMetadata" minOccurs="0"/>
                <xsd:element ref="ns2:Template" minOccurs="0"/>
                <xsd:element ref="ns2:Draftstag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292dda-03c3-4977-bff8-bb8e9ba9cad7" elementFormDefault="qualified">
    <xsd:import namespace="http://schemas.microsoft.com/office/2006/documentManagement/types"/>
    <xsd:import namespace="http://schemas.microsoft.com/office/infopath/2007/PartnerControls"/>
    <xsd:element name="PageCount" ma:index="8" nillable="true" ma:displayName="Page Count" ma:decimals="0" ma:format="Dropdown" ma:internalName="PageCount" ma:percentage="FALSE">
      <xsd:simpleType>
        <xsd:restriction base="dms:Number"/>
      </xsd:simpleType>
    </xsd:element>
    <xsd:element name="AssetStage" ma:index="9" nillable="true" ma:displayName="Asset Stage" ma:format="Dropdown" ma:internalName="AssetStage">
      <xsd:simpleType>
        <xsd:union memberTypes="dms:Text">
          <xsd:simpleType>
            <xsd:restriction base="dms:Choice">
              <xsd:enumeration value="Preliminary Draft In"/>
              <xsd:enumeration value="Placed for Image Check"/>
              <xsd:enumeration value="Regenerate for Image Check"/>
              <xsd:enumeration value="1st Preliminary Draft Revision"/>
              <xsd:enumeration value="1st Revision Submission"/>
              <xsd:enumeration value="2nd Preliminary Draft Revision"/>
              <xsd:enumeration value="2nd Revision Submission"/>
              <xsd:enumeration value="3rd Preliminary Draft Revision"/>
              <xsd:enumeration value="3rd Revision Submission"/>
              <xsd:enumeration value="Preliminary Draft Acceptance"/>
              <xsd:enumeration value="Draft Ready for Review"/>
              <xsd:enumeration value="Technical Review Sent"/>
              <xsd:enumeration value="Technical Review Received"/>
              <xsd:enumeration value="Rewrites Ready"/>
              <xsd:enumeration value="Rewrites Sent"/>
              <xsd:enumeration value="Final Draft Submission"/>
              <xsd:enumeration value="Final Draft Revision"/>
              <xsd:enumeration value="Final Draft Revision Received"/>
              <xsd:enumeration value="Final Draft Acceptance"/>
              <xsd:enumeration value="Technical Editing"/>
              <xsd:enumeration value="Copy Editing Done"/>
              <xsd:enumeration value="Placed for Indexing"/>
              <xsd:enumeration value="Indexed"/>
              <xsd:enumeration value="Placed for Layout Check"/>
              <xsd:enumeration value="Regenerate for Layout Check"/>
              <xsd:enumeration value="Layouts"/>
              <xsd:enumeration value="Proof Read Submission"/>
              <xsd:enumeration value="Proof Reading Done"/>
              <xsd:enumeration value="PR - Checks"/>
              <xsd:enumeration value="Prefinals Ready"/>
              <xsd:enumeration value="Prefinals Sent"/>
              <xsd:enumeration value="Prefinals Received"/>
              <xsd:enumeration value="Final Review"/>
              <xsd:enumeration value="Finals Completed"/>
              <xsd:enumeration value="Ready For Final Checks"/>
              <xsd:enumeration value="​Indexer Finalization"/>
              <xsd:enumeration value="​CE Finalization"/>
              <xsd:enumeration value="​TE Finalization"/>
              <xsd:enumeration value="​Production Designer Finalization"/>
              <xsd:enumeration value="Porfolio Director - Checks"/>
              <xsd:enumeration value="Regenerate Club Book"/>
              <xsd:enumeration value="Ready For Index Finals"/>
              <xsd:enumeration value="Generate Final Files"/>
              <xsd:enumeration value="Ready For Upload"/>
              <xsd:enumeration value="​Upload"/>
              <xsd:enumeration value="​Graphics and Code Bundle Complete"/>
              <xsd:enumeration value="​Post Upload"/>
              <xsd:enumeration value="​Published"/>
              <xsd:enumeration value="Image Redraw"/>
              <xsd:enumeration value="Image Check"/>
            </xsd:restriction>
          </xsd:simpleType>
        </xsd:union>
      </xsd:simpleType>
    </xsd:element>
    <xsd:element name="DaysAllocated" ma:index="10" nillable="true" ma:displayName="Days Allocated" ma:decimals="0" ma:default="1" ma:format="Dropdown" ma:internalName="DaysAllocated" ma:percentage="FALSE">
      <xsd:simpleType>
        <xsd:restriction base="dms:Number"/>
      </xsd:simpleType>
    </xsd:element>
    <xsd:element name="Priority" ma:index="11" nillable="true" ma:displayName="Priority" ma:default="0" ma:internalName="Priority">
      <xsd:simpleType>
        <xsd:restriction base="dms:Boolean"/>
      </xsd:simpleType>
    </xsd:element>
    <xsd:element name="Process" ma:index="12" nillable="true" ma:displayName="Process" ma:default="CE" ma:format="Dropdown" ma:internalName="Process">
      <xsd:simpleType>
        <xsd:restriction base="dms:Choice">
          <xsd:enumeration value="CE"/>
          <xsd:enumeration value="LSE"/>
          <xsd:enumeration value="DCE"/>
          <xsd:enumeration value="WPR"/>
        </xsd:restriction>
      </xsd:simpleType>
    </xsd:element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Asset_x0020_Number" ma:index="17" nillable="true" ma:displayName="Asset Number" ma:description="This is the asset number of the project and no asset type should have same numbers" ma:format="Dropdown" ma:internalName="Asset_x0020_Number">
      <xsd:simpleType>
        <xsd:union memberTypes="dms:Text">
          <xsd:simpleType>
            <xsd:restriction base="dms:Choice">
              <xsd:enumeration value="1"/>
              <xsd:enumeration value="2"/>
              <xsd:enumeration value="3"/>
              <xsd:enumeration value="4"/>
              <xsd:enumeration value="5"/>
              <xsd:enumeration value="6"/>
              <xsd:enumeration value="7"/>
              <xsd:enumeration value="8"/>
              <xsd:enumeration value="9"/>
              <xsd:enumeration value="10"/>
              <xsd:enumeration value="11"/>
              <xsd:enumeration value="12"/>
              <xsd:enumeration value="13"/>
              <xsd:enumeration value="14"/>
              <xsd:enumeration value="15"/>
              <xsd:enumeration value="16"/>
              <xsd:enumeration value="17"/>
              <xsd:enumeration value="18"/>
              <xsd:enumeration value="19"/>
              <xsd:enumeration value="20"/>
              <xsd:enumeration value="21"/>
              <xsd:enumeration value="22"/>
              <xsd:enumeration value="23"/>
              <xsd:enumeration value="24"/>
              <xsd:enumeration value="25"/>
              <xsd:enumeration value="26"/>
              <xsd:enumeration value="27"/>
              <xsd:enumeration value="28"/>
              <xsd:enumeration value="29"/>
              <xsd:enumeration value="30"/>
              <xsd:enumeration value="31"/>
              <xsd:enumeration value="32"/>
              <xsd:enumeration value="33"/>
              <xsd:enumeration value="34"/>
              <xsd:enumeration value="35"/>
              <xsd:enumeration value="36"/>
              <xsd:enumeration value="37"/>
              <xsd:enumeration value="38"/>
              <xsd:enumeration value="39"/>
              <xsd:enumeration value="40"/>
            </xsd:restriction>
          </xsd:simpleType>
        </xsd:union>
      </xsd:simpleType>
    </xsd:element>
    <xsd:element name="Asset_x0020_Type" ma:index="18" nillable="true" ma:displayName="Asset Type" ma:description="This is the type of Asset related to the product development" ma:format="Dropdown" ma:internalName="Asset_x0020_Type">
      <xsd:simpleType>
        <xsd:restriction base="dms:Choice">
          <xsd:enumeration value="Chapter"/>
          <xsd:enumeration value="Video"/>
          <xsd:enumeration value="Index"/>
          <xsd:enumeration value="Front Matter"/>
          <xsd:enumeration value="Back Matter"/>
          <xsd:enumeration value="Code"/>
          <xsd:enumeration value="Book"/>
          <xsd:enumeration value="Graphic"/>
          <xsd:enumeration value="Other"/>
        </xsd:restriction>
      </xsd:simpleType>
    </xsd:element>
    <xsd:element name="Category" ma:index="19" nillable="true" ma:displayName="Category" ma:format="Dropdown" ma:internalName="Category">
      <xsd:simpleType>
        <xsd:restriction base="dms:Choice">
          <xsd:enumeration value="Cybersecurity"/>
          <xsd:enumeration value="Data Engineering"/>
          <xsd:enumeration value="Data Science"/>
          <xsd:enumeration value="Embedded Systems Development"/>
          <xsd:enumeration value="Game Development"/>
          <xsd:enumeration value="LLM Engineering"/>
          <xsd:enumeration value="Software Engineering and Architecture"/>
          <xsd:enumeration value="Systems Administration and Networking"/>
          <xsd:enumeration value="Tech Powered Pro"/>
          <xsd:enumeration value="Web &amp; Application Development"/>
        </xsd:restriction>
      </xsd:simpleType>
    </xsd:element>
    <xsd:element name="Early_x0020_Access" ma:index="20" nillable="true" ma:displayName="Early Access" ma:default="0" ma:description="This is an option which you select when you want the chapter to be a part of the Early Access" ma:internalName="Early_x0020_Access">
      <xsd:simpleType>
        <xsd:restriction base="dms:Boolean"/>
      </xsd:simpleType>
    </xsd:element>
    <xsd:element name="Plagiarism_x0020_Originality" ma:index="21" nillable="true" ma:displayName="Plagiarism Originality" ma:description="This is a column to fill the plagiarism originality scores" ma:internalName="Plagiarism_x0020_Originality">
      <xsd:simpleType>
        <xsd:restriction base="dms:Number"/>
      </xsd:simpleType>
    </xsd:element>
    <xsd:element name="TR_x0020_Score" ma:index="22" nillable="true" ma:displayName="TR Score" ma:decimals="1" ma:internalName="TR_x0020_Score">
      <xsd:simpleType>
        <xsd:restriction base="dms:Number">
          <xsd:maxInclusive value="10"/>
          <xsd:minInclusive value="1"/>
        </xsd:restriction>
      </xsd:simpleType>
    </xsd:element>
    <xsd:element name="Notes0" ma:index="23" nillable="true" ma:displayName="Notes" ma:internalName="Notes0">
      <xsd:simpleType>
        <xsd:restriction base="dms:Text">
          <xsd:maxLength value="255"/>
        </xsd:restriction>
      </xsd:simpleType>
    </xsd:element>
    <xsd:element name="Reviewer" ma:index="24" nillable="true" ma:displayName="Reviewer" ma:format="Dropdown" ma:internalName="Reviewer">
      <xsd:simpleType>
        <xsd:restriction base="dms:Text">
          <xsd:maxLength value="255"/>
        </xsd:restriction>
      </xsd:simpleType>
    </xsd:element>
    <xsd:element name="TR_x0020_Name_x0020_1" ma:index="25" nillable="true" ma:displayName="TR Name 1" ma:description="&quot;attack&quot; in &quot;Compressor&quot; bullet point&#10;&#10;I am keeping this highlighted so that I can explain what Attack (technical sound term) means in the Glossary." ma:internalName="TR_x0020_Name_x0020_1">
      <xsd:simpleType>
        <xsd:restriction base="dms:Note">
          <xsd:maxLength value="255"/>
        </xsd:restriction>
      </xsd:simpleType>
    </xsd:element>
    <xsd:element name="lcf76f155ced4ddcb4097134ff3c332f" ma:index="27" nillable="true" ma:taxonomy="true" ma:internalName="lcf76f155ced4ddcb4097134ff3c332f" ma:taxonomyFieldName="MediaServiceImageTags" ma:displayName="Image Tags" ma:readOnly="false" ma:fieldId="{5cf76f15-5ced-4ddc-b409-7134ff3c332f}" ma:taxonomyMulti="true" ma:sspId="c4206cbd-ed67-49c0-b8a0-af32ee4f262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2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3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3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33" nillable="true" ma:displayName="Location" ma:description="" ma:indexed="true" ma:internalName="MediaServiceLocation" ma:readOnly="true">
      <xsd:simpleType>
        <xsd:restriction base="dms:Text"/>
      </xsd:simpleType>
    </xsd:element>
    <xsd:element name="SafisComment" ma:index="34" nillable="true" ma:displayName="Safis Comment" ma:format="Dropdown" ma:internalName="SafisComment">
      <xsd:simpleType>
        <xsd:restriction base="dms:Choice">
          <xsd:enumeration value="Same Day TAT"/>
          <xsd:enumeration value="One Day TAT"/>
          <xsd:enumeration value="ReCEing"/>
          <xsd:enumeration value="Same Day TAT, ReCEing"/>
          <xsd:enumeration value="One Day TAT, ReCEing"/>
        </xsd:restriction>
      </xsd:simpleType>
    </xsd:element>
    <xsd:element name="MediaLengthInSeconds" ma:index="3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36" nillable="true" ma:displayName="MediaServiceBillingMetadata" ma:hidden="true" ma:internalName="MediaServiceBillingMetadata" ma:readOnly="true">
      <xsd:simpleType>
        <xsd:restriction base="dms:Note"/>
      </xsd:simpleType>
    </xsd:element>
    <xsd:element name="Template" ma:index="37" nillable="true" ma:displayName="Template" ma:format="Dropdown" ma:internalName="Template">
      <xsd:simpleType>
        <xsd:restriction base="dms:Choice">
          <xsd:enumeration value="PACKT"/>
          <xsd:enumeration value="Explorer"/>
          <xsd:enumeration value="PEN"/>
        </xsd:restriction>
      </xsd:simpleType>
    </xsd:element>
    <xsd:element name="Draftstage" ma:index="38" nillable="true" ma:displayName="Draft stage" ma:format="Dropdown" ma:internalName="Draftstage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66c9ed-2f7a-4860-bf57-8153ff3a210a" elementFormDefault="qualified">
    <xsd:import namespace="http://schemas.microsoft.com/office/2006/documentManagement/types"/>
    <xsd:import namespace="http://schemas.microsoft.com/office/infopath/2007/PartnerControls"/>
    <xsd:element name="TaxCatchAll" ma:index="28" nillable="true" ma:displayName="Taxonomy Catch All Column" ma:hidden="true" ma:list="{b0b99e7b-2d5c-4d76-8978-e279b984ef45}" ma:internalName="TaxCatchAll" ma:showField="CatchAllData" ma:web="c866c9ed-2f7a-4860-bf57-8153ff3a210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afisComment xmlns="53292dda-03c3-4977-bff8-bb8e9ba9cad7" xsi:nil="true"/>
    <TaxCatchAll xmlns="c866c9ed-2f7a-4860-bf57-8153ff3a210a" xsi:nil="true"/>
    <PageCount xmlns="53292dda-03c3-4977-bff8-bb8e9ba9cad7" xsi:nil="true"/>
    <Notes0 xmlns="53292dda-03c3-4977-bff8-bb8e9ba9cad7" xsi:nil="true"/>
    <Early_x0020_Access xmlns="53292dda-03c3-4977-bff8-bb8e9ba9cad7">false</Early_x0020_Access>
    <TR_x0020_Name_x0020_1 xmlns="53292dda-03c3-4977-bff8-bb8e9ba9cad7" xsi:nil="true"/>
    <Reviewer xmlns="53292dda-03c3-4977-bff8-bb8e9ba9cad7" xsi:nil="true"/>
    <Template xmlns="53292dda-03c3-4977-bff8-bb8e9ba9cad7" xsi:nil="true"/>
    <Draftstage xmlns="53292dda-03c3-4977-bff8-bb8e9ba9cad7" xsi:nil="true"/>
    <DaysAllocated xmlns="53292dda-03c3-4977-bff8-bb8e9ba9cad7">1</DaysAllocated>
    <Priority xmlns="53292dda-03c3-4977-bff8-bb8e9ba9cad7">false</Priority>
    <TR_x0020_Score xmlns="53292dda-03c3-4977-bff8-bb8e9ba9cad7" xsi:nil="true"/>
    <lcf76f155ced4ddcb4097134ff3c332f xmlns="53292dda-03c3-4977-bff8-bb8e9ba9cad7">
      <Terms xmlns="http://schemas.microsoft.com/office/infopath/2007/PartnerControls"/>
    </lcf76f155ced4ddcb4097134ff3c332f>
    <Asset_x0020_Number xmlns="53292dda-03c3-4977-bff8-bb8e9ba9cad7" xsi:nil="true"/>
    <Plagiarism_x0020_Originality xmlns="53292dda-03c3-4977-bff8-bb8e9ba9cad7" xsi:nil="true"/>
    <AssetStage xmlns="53292dda-03c3-4977-bff8-bb8e9ba9cad7" xsi:nil="true"/>
    <Process xmlns="53292dda-03c3-4977-bff8-bb8e9ba9cad7">CE</Process>
    <Asset_x0020_Type xmlns="53292dda-03c3-4977-bff8-bb8e9ba9cad7" xsi:nil="true"/>
    <Category xmlns="53292dda-03c3-4977-bff8-bb8e9ba9cad7" xsi:nil="true"/>
  </documentManagement>
</p:properties>
</file>

<file path=customXml/itemProps1.xml><?xml version="1.0" encoding="utf-8"?>
<ds:datastoreItem xmlns:ds="http://schemas.openxmlformats.org/officeDocument/2006/customXml" ds:itemID="{17C8369E-0200-428A-9F53-2662C06ECE80}"/>
</file>

<file path=customXml/itemProps2.xml><?xml version="1.0" encoding="utf-8"?>
<ds:datastoreItem xmlns:ds="http://schemas.openxmlformats.org/officeDocument/2006/customXml" ds:itemID="{10EC131F-9E60-437B-AAF8-92C805A841D9}"/>
</file>

<file path=customXml/itemProps3.xml><?xml version="1.0" encoding="utf-8"?>
<ds:datastoreItem xmlns:ds="http://schemas.openxmlformats.org/officeDocument/2006/customXml" ds:itemID="{2E3A097D-06F5-45E4-B4C8-223B8DD92B0E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0x010100F28CD1E3B10FD647B2C00F8D5CAE40C5</vt:lpwstr>
  </property>
</Properties>
</file>